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Introduction to Relational Databases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Core concepts and ACID properties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Database Comparison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5486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609600">
                <a:tc>
                  <a:txBody>
                    <a:bodyPr/>
                    <a:lstStyle/>
                    <a:p>
                      <a:r>
                        <a:t>Paradigm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ACID Support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RDBMS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Strict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NoSQL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Eventual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