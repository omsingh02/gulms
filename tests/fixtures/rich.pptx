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  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normal form</a:t>
            </a:r>
          </a:p>
          <a:p>
            <a:pPr lvl="1"/>
            <a:r>
              <a:t>Atomic values</a:t>
            </a:r>
          </a:p>
          <a:p>
            <a:pPr lvl="2"/>
            <a:r>
              <a:t>No repeating groups</a:t>
            </a:r>
          </a:p>
          <a:p>
            <a:r>
              <a:t>Second line one</a:t>
            </a:r>
            <a:br/>
            <a:r>
              <a:t>second line two</a:t>
            </a:r>
          </a:p>
          <a:p>
            <a:r>
              <a:t>Galgotias University</a:t>
            </a:r>
          </a:p>
          <a:p>
            <a:r>
              <a:t>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 row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roll_no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Link</a:t>
                      </a:r>
                    </a:p>
                    <a:p>
                      <a:r>
                        <a:t>to parent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dept_id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2194560" cy="12801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Flowchart for the loop</a:t>
            </a:r>
          </a:p>
        </p:txBody>
      </p:sp>
      <p:sp>
        <p:nvSpPr>
          <p:cNvPr id="3" name="Process 2"/>
          <p:cNvSpPr/>
          <p:nvPr/>
        </p:nvSpPr>
        <p:spPr>
          <a:xfrm>
            <a:off x="914400" y="1371600"/>
            <a:ext cx="1828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 = 0</a:t>
            </a:r>
          </a:p>
        </p:txBody>
      </p:sp>
      <p:sp>
        <p:nvSpPr>
          <p:cNvPr id="4" name="Decision 3"/>
          <p:cNvSpPr/>
          <p:nvPr/>
        </p:nvSpPr>
        <p:spPr>
          <a:xfrm>
            <a:off x="914400" y="2743200"/>
            <a:ext cx="1828800" cy="1097280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 &lt; 10 ?</a:t>
            </a:r>
          </a:p>
        </p:txBody>
      </p:sp>
      <p:sp>
        <p:nvSpPr>
          <p:cNvPr id="5" name="Process 4"/>
          <p:cNvSpPr/>
          <p:nvPr/>
        </p:nvSpPr>
        <p:spPr>
          <a:xfrm>
            <a:off x="4572000" y="2834640"/>
            <a:ext cx="1828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print(i)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103120"/>
            <a:ext cx="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43200" y="3200400"/>
            <a:ext cx="182880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91840" y="27432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572000" y="4572000"/>
            <a:ext cx="2743200" cy="548640"/>
            <a:chOff x="4572000" y="4572000"/>
            <a:chExt cx="2743200" cy="548640"/>
          </a:xfrm>
        </p:grpSpPr>
        <p:sp>
          <p:nvSpPr>
            <p:cNvPr id="10" name="TextBox 9"/>
            <p:cNvSpPr txBox="1"/>
            <p:nvPr/>
          </p:nvSpPr>
          <p:spPr>
            <a:xfrm>
              <a:off x="4572000" y="4572000"/>
              <a:ext cx="27432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Loop runs ten times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Two plain boxes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Left 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Right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